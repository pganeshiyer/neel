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program wants &gt;2 T. The physics obstacle is that heavy-RE 4f moments couple antiparallel to Fe, so the default outcome is a ferrimagnet with a reduced net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Campbell rule: 4f-5d-3d chain fixes the sign. Heavy RE gives ferrimagnetism; light RE gives net-parallel alignment. This is why every database 'FM' label on a Gd-Fe compound deserves suspicion.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nine FM-labelled hits being all-Gd is a tell: it is an artefact of which element is treated with explicit 4f, not a physical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Novamag: CC-BY-4.0, auto-fetched from Zenodo record 3241267 (160 MB). MAGNDATA is the strongest available test of the coupling-sign protocol - every experimental RE-TM entry is 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of 8 pairs ferrimagnetic. 280 meV is far too large to be a convergence artefact. The compensation in RT4X is the practical kill: Fe sublattice ~14 muB cancels against Gd 7 muB x2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95-&gt;4 collapse on first hardening attempt actually went to ZERO credible - that first pass derived NUPDOWN from the same runs it was trying to fix (circular). Fixed by requiring a freely-converged reference or falling back to measured nominal per-element moments, split by high-spin/low-spin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earlier deck claimed Co16Gd2Mn as FM. The release-stage comparison overturned it. The three validity rules now in analyze.py are the methodological product of that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OLS on log|dE|: 5d moment +0.34/SD, neighbour-sum +0.19, dilution +0.10, distance -0.04, d-band centre ~0; R2 0.63.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outliers are circled: Gd2Fe17H3 far below the line (artifact suspect, in the suspects batch), and one Fe host far above (CFe17Gd2 - fm side suspect). Both are being re-run locked-&gt;released.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Liebs-Hummler-Fahnle PRB 46, 11201 (1992); Liebs-Fahnle JMMM 128, L8 (1993); Duc 1998 review; Brooks-Johansson 5d-3d hybridisation; Tao et al. arXiv 2608.25270.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Liebs-Hummler-Fahnle PRB 46 11201 (1992) Table III (Loewenhaupt INS); Liebs-Fahnle JMMM 128 L8 (1993); Duc et al. JMMM 177-181 1107 (1998) Table 1. Ho2Fe17 used as the 2-17 reference since J_RT in this convention is nearly RE-independent.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59642825, 20 nodes, 3 h, regular QOS, submitted 2026-10-10 11:58. Reader: light_re_results.py. Tc is NOT in this batch - it needs an Fe-Fe Heisenberg mapping, planned as the next step for survivors.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reframing: the Gd campaign is not just a yes/no on ferromagnetism. It is a measurement of the RE-TM exchange that propagates to the whole heavy series analytically.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projections are 0 K PBE without SOC and ~0.3 T above experiment (Nd2Fe17Nx 2.04 projected vs ~1.5 measured). Literature: Nd2Fe14B 1.61 T/585 K; Sm2Fe17N3 1.54/749; NdFe12N 1.66/823 (Hirayama 2015); Sm(Fe0.8Co0.2)12 1.78/859 (Hirayama 2017); Sm2Co17 1.25/1190.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A20 sign convention must be calibrated against a known compound first. Novamag is the natural calibration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symbols: terminator = start/end, rectangle = process, diamond = decision, parallelogram = data, cylinder = stored data. Red process = the only HPC step. Solid loop = retraining; dashed loop = neighbourhood expansion of the winners feeding the structure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from analysis/pool/pool.csv at the time of the wave-1 redraw. Dedupe is on (reduced formula, space group); the same host can appear from several sources, the lowest-hull copy is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GP: use h-based linear mean, Matern kernel on standardised descriptors; batch acquisition with diversity penalty sized to the packed job. Causal: DAG host-geometry -&gt; S5d -&gt; gap; Fe density -&gt; Ms; interstitial site -&gt; S5d. Generative: MatterGen-style conditioned on composition and target Fe density.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MAGNITO  ·  COMPUTATIONAL SCREENING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Fe-rich Heavy-Rare-Earth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 Search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criteria, database landscape, the ferro- vs ferrimagnetic test, and an active-learning path forward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μ₀Ms &gt; 2 T  ·  Tc &gt; 550 K  ·  uniaxial anisotropy  ·  RE-lean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897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E8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706 paired DFT calculations  ·  353 compounds  ·  180 credible RE-TM exchange labels  ·  0 ferromagnets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7260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72600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756648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0140696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0524744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/ Tb / Dy / Ho / Er / Tm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21240" y="33101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moment antiparallel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ferrimagnet, not ferromagnet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SEARCH IS HARD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target, and the rule that fights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viable permanent magnet needs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32688" y="21488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30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μ₀Ms &gt; 2 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86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Fe/Co sublattice, little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293522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Tᴄ &gt; 550 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172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TM-TM exchange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372160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Uniaxial anisotropy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959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RE 4f crystal field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2688" y="45079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489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RE-lean, no critical elements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745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supply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196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029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metallic RE-TM intermetallics the 4f spin couples to Fe through a fixed chain: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2542032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spin  ↔  own 5d   (parallel, on-site)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5d  ↔  Fe 3d   (ANTIparallel, between sites)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(Gd–Tm):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+ S, so the total moment follows the spin → antiparallel to Fe → </a:t>
            </a:r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9684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(Nd, Sm, Pr):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− S, so the total moment opposes the spin → parallel to Fe → </a:t>
            </a:r>
            <a:pPr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01968" y="47091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genuinely ferromagnetic Fe-HREE phase is the exception, not the target to assume. The screen must test it, not presume it.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778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of the campaign: tested on 180 credible Fe/Co-Gd compounds - 180 ferrimagnets, 0 ferromagnets. The rule held everywhere; what varied, by 10x, was its strength.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criteria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or Co ≥ 60 at.%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3d sublattice is the only route to &gt;2 T; dilute phases cannot reach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one heavy 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196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Gd, Tb, Dy, Ho, Er, Tm — the 4f source of anisotropy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compositions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phase space synthesisable and the DFT tractable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above hull ≤ 0.2 eV/atom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below, or metastably above — many real magnets are metastable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Magnetic, or unknown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&gt; 0.3 μᴮ/atom; 'no data' is kept, not discarded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29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decided by us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196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database can answer FM vs ferri — that is the calculation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5 and 6 are deliberately permissive: an unlabelled compound is a candidate, not a rejection.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LOOKED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database can and cannot answer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3291840"/>
                <a:gridCol w="4434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 natively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composition, stability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magnetic data at all; on-hull set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Materials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label, hull, moment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FM-initialised label; 4f frozen in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hull, 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not exposed; structures via slow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elements, nelements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response-only; server outages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 per atom, 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hull distance; thin RE-TM ternary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they share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754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large database runs ONE spin-polarised calculation per structure, initialised ferromagnetically, with heavy-RE 4f frozen in the PAW core. So a “FM” label means “the Fe sublattice kept its moments” — never that the RE couples parallel. Nine FM-labelled Fe/Co-HREE candidates were found across all five databases; all nine contained Gd, the one heavy RE these codes treat explicitly.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 COMMODITY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that actually contain anisotropy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uniquely has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this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Novamag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DFT K₁/MAE, exchange, Tc for RE-lean magnets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+ validate the MAE surrogate; calibrate A₂⁰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~2,000 EXPERIMENTAL magnetic structures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for the fm/ferri coupling 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MAE + exchange (2D materials)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an MAE model before trusting it in 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Heusler set (Sanvito)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~236k compositions, moments + est.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training data; funnel-reporting template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Nelson–Sanvito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~2,500 experimental Curie temperatures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Tc before computing exchange constants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NIMS MatNavi / MDR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Nd-Fe-B and 1-12 experiment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targets (registration required)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4340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are worth more per entry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48280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large databases we screened carry composition, stability and a moment. None carries MAE, exchange constants or Tc at scale — the quantities a permanent magnet is actually judged on. Novamag is the only open source of systematic anisotropy, which is what makes an MAE surrogate trainable at all.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4343400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 — do not plan around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828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MPDS / Pauling File and Springer Materials hold the deepest experimental magnet record, but neither is openly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DATABASES TO CALCULATIONS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554,055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55448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stable entries scanned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39572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39572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candidate formulas across 5 databases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3E7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323697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369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retrievable crystal structures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530352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40782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407822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staged for DFT (24 native Gd + 328 Gd surrogates)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1947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611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491947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fm / ferri VASP calculations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114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parent compounds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into 328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calculations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5074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on (substituted formula, space group); coupling transfers back to each parent by de Gennes scaling.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CALCULATION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configurations, one energy difference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every structure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collinear spin-polarised PBE+U runs, identical except the SIGN of the initial Gd moment: fm (+7 μᴮ) and ferri (−7 μᴮ).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8056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 of ΔE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= E(ferri) − E(fm).  Negative → ferrimagnetic ground state.  Positive → genuine FM RE-TM coupling.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3210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59536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across the series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Tb–Tm ship as f-in-core potentials whose 4f cannot flip, so Gd is substituted onto every RE site and the result is carried back by de Gennes scaling, (gᴊ − 1)J.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041648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controls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PBE+U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4f U = 6.7 / J = 0.7 eV (U_eff = 6)  ·  no U on metallic Fe  ·  LASPH, LMAXMIX = 6  ·  ENCUT 520  ·  8000 k-points·atom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1947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 on a common geometry so ΔE isolates exchange  ·  every run checked for SCF drift into the other spin state  ·  light RE pinned to f-in-core so only Gd carries a flippable 4f  ·  GdFe₂ (a known ferrimagnet) run as a protocol control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16 RUNS, 8 COMPOUNDS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validates, and the database labels fall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103120"/>
                <a:gridCol w="2148840"/>
                <a:gridCol w="2148840"/>
                <a:gridCol w="1874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per Gd (meV)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moment, ferri (μᴮ)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 (control)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GdAlFe₄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GdGaFe₄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Gd₂Fe₃Co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Gd₂Fe₁₂Ga₅C₂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C2/m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553212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passed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349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is experimentally a ferrimagnet and the protocol reproduces that by 352 meV/Gd — which is what licenses trusting the rest.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489204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FM labels were artefacts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53492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GdAlFe₄ and GdGaFe₄ (Alexandria) and GdCo₄Si (MP) were all FM-labelled. All three are ferrimagnetic by 155–284 meV/Gd — and the two RT₄X phases are almost fully compensated, so their true net moment is ≈ 0, not the ≈1.9 T the FM-initialised numbers implied.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SCREEN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fm/ferri energies had to be forced apart before they could be trusted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SCF doesn't stay where you put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compound needs two static calculations - one initialised ferromagnetic, one ferrimagnetic - and the energy difference between them is the answer. At 353-compound scale, a plain unconstrained SCF too often drifts out of the state it was initialised in: LDA+U has several self-consistent solutions, and a simple collinear starting guess is not a strong enough anchor to hold either configuration in place through convergence.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lock the total moment, then release it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467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fixes the total spin-up minus spin-down electron count, forcing the SCF to converge inside the intended basin. The target is derived from each element's own measured moment (not textbook values), never from a run already suspected of drifting.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40233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- locked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444752" y="42062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set to the intended fm/ferri moment; hardened mixing (NELM, EDIFF, AMIX); CHGCAR-only restart (WAVECAR skipped - it once cost 700 GB and failed ~60 runs on disk pressure alone)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4400" y="464515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46268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- released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444752" y="480974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removed; one final unconstrained static from Stage A's charge density - the energy actually compared, since a locked run only proves a state exists, not that VASP would choose it freely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11112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this actually produced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11112" y="2029968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93992" y="212140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analysed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3774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fm/ferri pair, Gd surrogate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6611112" y="2907792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CED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299923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9992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ferromagnets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552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unconstrained SCF result - taken at face value, most are not real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611112" y="3785616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3D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93992" y="387705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8770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NUPDOWN hardening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1330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measured-moment-derived locked rerun, released to a final unconstrained static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611112" y="4663440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475488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47548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release test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0109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 4 carried multi-eV exchange energies (LDA+U multi-minima artefact); the 4th, Co16Gd2Mn, was a metastable Mn-parallel-to-Gd basin that released to a ferrimagnet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ferromagnet survives the release test; the false positive taught us the most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6093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funnel, after every validity rule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96112" y="1956816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482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048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/ ferri pairs staged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stand-in for Tb-Tm, PBE+U, NUPDOWN-locked then released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896112" y="2926080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3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0175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0175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exchange labels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2644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configs converged, TM and spectator sublattices stable, RE sites equal, exchange energy on a physical scale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896112" y="3895344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E3F0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398678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9867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ferrimagnetic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23367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pair: Gd antiparallel to Fe/Co, 28-371 meV per Gd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896112" y="4864608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51560" y="495604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956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5202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4f-5d-3d chain holds in all 180 - no host, decoration or Mn trick broke it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5715000" cy="3017520"/>
          </a:xfrm>
          <a:prstGeom prst="roundRect">
            <a:avLst>
              <a:gd name="adj" fmla="val 2424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6247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Co16Gd2Mn: the false positive, and why it was false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62472" y="19933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6247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9568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relaxation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195681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lower by 114.5 meV/Gd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1945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ferri reference had Mn parallel to Gd - a metastable spectator basin, held in place by the NUPDOWN lock and -42 kbar of residual pressure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062472" y="277977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6247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statics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2743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 (Mn ∥ Co) lower by 208 meV/Gd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83680" y="2980944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E(ferri) = -146.088 eV vs E(fm) = -145.671 eV: a textbook Néel ferrimagnet once Mn is allowed to sit where it wants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6062472" y="356616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62472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5295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Mn₂ spin states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732520" y="352958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(job 59632311)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76732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Mn-Mn AFM, Mn ∥ Gd and Mn ∥ Co each relaxed and released - closes the mechanism-2 question on the record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06440" y="4617720"/>
            <a:ext cx="5715000" cy="1371600"/>
          </a:xfrm>
          <a:prstGeom prst="roundRect">
            <a:avLst>
              <a:gd name="adj" fmla="val 5333"/>
            </a:avLst>
          </a:prstGeom>
          <a:solidFill>
            <a:srgbClr val="FCEDE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062472" y="4736592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learnt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062472" y="498348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constrained calculation proves a state exists, not that nature picks it. Three validity rules were added to the analysis - spectator-flip detection, per-config convergence, RE-site equality - and only energies that survive an unconstrained release are compared. Under those rules the 180 credible pairs are a clean, systematic measurement of RE-TM exchange, which is worth more than one unverified ferromagnet.</a:t>
            </a:r>
            <a:endParaRPr lang="en-US" sz="9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1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a neighbour count: the per-neighbour coupling itself varies 10-fold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neighb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66560" cy="47365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417320"/>
            <a:ext cx="3886200" cy="4736592"/>
          </a:xfrm>
          <a:prstGeom prst="roundRect">
            <a:avLst>
              <a:gd name="adj" fmla="val 188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one compound: the fm/ferri energy gap per Gd against the summed moment of the Fe/Co atoms touching that Gd. If the RE-TM coupling were a universal constant, the points would sit on one dotted line.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9260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200400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span J_eff = 0.05 to 1.4 meV/μB²: at a fixed neighbour moment of ~25 μB the gap ranges from 110 to 370 meV.</a:t>
            </a:r>
            <a:endParaRPr lang="en-US" sz="92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913632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coupling sits at LOW neighbour moment (Fe/Y and Fe+Co hosts, upper left), the weakest at high neighbour moment (2-17 hydride, lower right).</a:t>
            </a:r>
            <a:endParaRPr lang="en-US" sz="92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626864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neither coordination number nor TM moment predicts the gap. Something about the host, not the count, sets it.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4406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 fixed J_RT times a neighbour count - the usual mean-field shortcut - would be wrong by up to 10x across this chemistry.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2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and chemistry set the coupling: short RE-TM bonds and mixed Fe+Co hosts couple hardest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coupling falls as the Gd-TM distance grows (r = −0.61). Below 3.0 Å with 12 TM neighbours the Fe/Y hosts reach J_eff ≈ 1; above 3.15 Å - hydride, metalloid-shell and open cages - it drops to 0.05-0.4.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21792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1908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mixed Fe+Co hosts have median J_eff 0.75 against 0.51 for pure Fe - Brooks' 5d-3d hybridisation argument seen on 27 compounds. The d-band centre and DOS at E_F add nothing once distance and the 5d moment are known (next slide).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5d 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on 180 Gd pairs, the gap is read off a single calculation</a:t>
            </a:r>
            <a:endParaRPr lang="en-US" sz="3200" dirty="0"/>
          </a:p>
        </p:txBody>
      </p:sp>
      <p:pic>
        <p:nvPicPr>
          <p:cNvPr id="4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208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417320"/>
            <a:ext cx="393192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18120" y="15544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Liebs &amp; Fähnle (1993), used forward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847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ΔE  =  2 · I₄f₋₅d · S₄f · S₅d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D2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−½ [ m₅d(ferri) + m₅d(fm) ]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96896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part of the RE 5d moment tied to the TM neighbours; the part induced by the ion's own 4f flips with it and cancels. h is exactly what a 4f-free host (Y, or f-in-core Nd/Sm) reports as its RE moment.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401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= 1574 · h meV    r = 0.89    I₄f₋₅d ≈ 225 meV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3886200"/>
            <a:ext cx="393192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18120" y="40050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2428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mark the compounds with a measured exchange constant; stars are the gap their experimental J_RT implies. GdFe₂: J_RT 2.97 (ours) vs 2.99 × 10⁻²² J (expt). Validation slide follows.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7000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the raw ground-state 5d moment as a predictor (r 0.80 → 0.89) because it removes the 4f-induced part.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51572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fm/ferri pair with 4f in the valence into ONE f-in-core run: J_RT, the RE molecular field B_RT = ΔE/2μ and T* = ΔE_RE/2k_B all follow.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56144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Tao et al. 2026 (diamonds): Sm hosts predicted at 190-220 meV per Sm, T* 1100-1260 K - the Sm anisotropy stays locked to Fe up to Tc, consistent with their ferrimagnetic ground states.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literature gives a number, the campaign reproduces it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65760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/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campaign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RE-TM exchange J_RT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 × 10⁻²² J (Liebs, Hummler, Fähnle 1992; expt. molecular field)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 × 10⁻²² J from the fm/ferri gap (352 meV/Gd)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 (Liebs &amp; Fähnle 1993)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on 3 compounds, ab initio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on 180 compounds, r = 0.89; I₄f₋₅d ≈ 225 meV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at scale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Campbell 4f-5d-3d sign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always antiparallel to Fe/Co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/ 180 credible pairs antiparallel; 0 exceptions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Duc's early-TM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V/Ti in GdFe₁₂₋ₓVₓ doubles A_GdFe (x = 0 → 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hosts J_eff ×0.97 of the Fe baseline (CI 0.88-1.07); GdFe₁₀V₂ J_RT 1.52 vs 1.30 expt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resolved - needs a concentration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Brooks: Co strengthens 5d-3d coupling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Co-based &gt; Fe-based molecular fields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J_eff 0.75 vs Fe 0.51, Co 0.57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 et al. 2026: Mn/Cr as weak-coupling mediators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Sm(Fe,Mn,Cr) hosts; RE moments −0.24 … −0.33 μB (f-frozen)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h on our line → Gd-equivalent gaps 380-520 meV; hosts are strongly coupled, not weakly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reinterpreted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Mn-mediated RE-TM ferromagnetism (our own claim)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Co16Gd2Mn, +114.5 meV/Gd (locked)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ferrimagnet by 208 meV/Gd after release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49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 is a quantitative instrument, not a yes/no screen. It reproduces the one measured RE-TM exchange constant it can be checked against, generalises the two-sublattice theory from three compounds to 180, and corrects its own headline when the release test disagrees.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  ·  THE NUMBERS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exchange constants with experimental values: three within 25 %, the control exact</a:t>
            </a:r>
            <a:endParaRPr lang="en-US" sz="3200" dirty="0"/>
          </a:p>
        </p:txBody>
      </p:sp>
      <p:pic>
        <p:nvPicPr>
          <p:cNvPr id="4" name="Image 0" descr="/Users/g5q/Documents/GitHub/gnome-fe-hree-magnets/assets/validation_j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0350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49440" y="1417320"/>
            <a:ext cx="4572000" cy="4617720"/>
          </a:xfrm>
          <a:prstGeom prst="roundRect">
            <a:avLst>
              <a:gd name="adj" fmla="val 1600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5544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compared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18288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J_RT in the Liebs-Fähnle two-sublattice convention, ΔE = 4 J_RT S_R S_T Z_RT, computed from our fm/ferri gap with the compound's own TM moment and neighbour count - no fitted parameter.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43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935224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2.97 vs 2.99 - the protocol control, reproduced to 1 %.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Gd₂Fe₁₄B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648456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 vs 1.46 from inelastic neutron scattering - 26 % high; LHF's own LMTO value is 1.46, so the gap is in our Z_RT bookkeeping for the two inequivalent Gd sites.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1696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GdFe₁₀V₂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36168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 vs Duc's A_GdFe 1.30 at x = 2 - 17 % high, and inside the spread of Duc's own series (1.13-2.25).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4882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Gd₂Fe₁₇N₂ ↔ Ho₂Fe₁₇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074920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 vs 1.2-1.4 (Ho₂Fe₁₇, INS). Open marker: a nitride compared to a binary, because no Gd₂Fe₁₇ pair survived the validity rules.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campaign's exchange energies are on the experimental scale, biased ≤ 25 % high where the RE sites are inequivalent. Good enough to rank hosts; not yet good enough to resolve Duc's 15-20 % early-TM effect, which needs a concentration series on one lattice.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rule used to build permanent magnets, checked against the same 180 labels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651760"/>
                <a:gridCol w="4023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predicts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dataset shows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couples antiparallel (Campbell)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FM Fe/Co-heavy-RE compound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180/180 ferrimagnetic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scales with RE 5d spin (Liebs-Fähnle)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S₅d, host-independent I₄f₋₅d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0.89 on h; d-band centre adds nothing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Gennes scaling across the RE series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ΔE_RE = ΔE_Gd · (g−1)J / 3.5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to project Tb-Tm and Nd/Sm; explicit-4f Tb-Tm runs under way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Fe-rich, dense lattices for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ceiling set by Fe density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Gd hosts 0.9-1.06 T; light-RE projection ceiling ≈ 1.75 T (0 K, no SOC)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RE (J = L − S) adds to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Nd/Sm moment parallel to 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projected +0.6-0.9 T over Gd; 20 f-in-core runs queued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N / C raise Ms and Tc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lattice expansion, stronger Fe-Fe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Gd₂Fe₁₇N₂ is the top Ms host; C analogues close behind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H is harmless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expansion only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Gd₂Fe₁₇H₃ gap 28 meV (×0.10): H in the RE shell nearly switches off RE-TM coupling - one compound, re-running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if it survives release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stabilisers (Ti, V, Zr, Nb) help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1:12-type cells, stronger coupling (Duc)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coupling ×0.97 of baseline, no effect resolved; hull: Fe₅GdV on hull, Ti variants 12-19 meV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 yes, coupling unresolved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Co for Tc and coupling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raises Tc and RE-TM field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strongest J_eff (0.75); Ms cost small at low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as a sign-flipping mediator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RE breaks the antiparallel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in every released state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Metalloid-rich cages (B, Si, Ga, Al in RE shell)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structures cheaply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systematically lower gaps - anisotropy decouples first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with care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most principles hold in direction but their magnitudes differ by an order of magnitude, one (early TM) is not resolved by cross-host data, and only the 5d-spin rule is quantitative enough to rank candidates.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  ·  EFFECT SIZES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rules as numbers: how far each lever moves the RE-TM coupling from the Fe baseline</a:t>
            </a:r>
            <a:endParaRPr lang="en-US" sz="3200" dirty="0"/>
          </a:p>
        </p:txBody>
      </p:sp>
      <p:pic>
        <p:nvPicPr>
          <p:cNvPr id="4" name="Image 0" descr="/Users/g5q/Documents/GitHub/gnome-fe-hree-magnets/assets/principles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417320"/>
            <a:ext cx="3794760" cy="4206240"/>
          </a:xfrm>
          <a:prstGeom prst="roundRect">
            <a:avLst>
              <a:gd name="adj" fmla="val 192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828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J_eff of the compounds carrying a lever, divided by the median of all 123 Fe-only hosts; bars are bootstrap 95 % intervals. Blue = strengthens coupling, red = weakens, grey = not resolved.</a:t>
            </a:r>
            <a:endParaRPr lang="en-US" sz="93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7889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×1.48  partial Co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298094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with a large, resolved positive effect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×1.12  all-Co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5295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modest; Co also lowers Ms, so partial Co is the useful form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38862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×0.97  early TM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Duc's effect is not visible across different hosts; it needs a series on one lattice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434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×0.86  distance &gt; 3.15 Å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62686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cages weaken coupling, consistent with the 5d picture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×0.10  H interstitial</a:t>
            </a:r>
            <a:endParaRPr lang="en-US" sz="98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17550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compound, under re-check; if real, the strongest lever of all - in the wrong direction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of the levers the field uses, only partial Co and short RE-TM bonds measurably raise the RE-TM coupling in this dataset. Metalloids are neutral on average; their harm is specific to sitting in the RE shell. The early-TM rule is a stability lever until a concentration series says otherwise.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THE LEVERS COMPOSE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measured levers add, the dataset's strongest hosts become new light-RE magnets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3619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55448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Gd hosts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013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labelled dataset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640080" y="2359152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43230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4505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≥ 1.4 T with Nd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69748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sublattice moment + free-ion Nd, same cell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40080" y="3255264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3284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3467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known prototype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59359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Nd₂Fe₁₄B, 2-17(N,C,H), Laves, Th₂Zn₁₇, the Mn family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E3F0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422452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24281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coupling, Fe-rich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4897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J_eff ≥ 0.5 or gap ≥ 300 meV; 1:9 family by 3 representatives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640080" y="5047488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1206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513892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hull, Nd + Sm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538581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vs 394 MP competitors, same model; Nd within 12 meV/atom</a:t>
            </a:r>
            <a:endParaRPr lang="en-US" sz="860" dirty="0"/>
          </a:p>
        </p:txBody>
      </p:sp>
      <p:pic>
        <p:nvPicPr>
          <p:cNvPr id="24" name="Image 0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17320"/>
            <a:ext cx="5760720" cy="40233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760720" y="5486400"/>
            <a:ext cx="576072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0" y="548640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rule: host with gap ≥ 250 meV or J_eff ≥ 0.5  ×  Gd → {Nd, Sm}  ×  keep Co/early-TM variants  ×  no H, no metalloid in the RE shell  →  MACE/MP hull  →  one f-in-core VASP run. 29 hosts → 58 structures → 20 survivors; the rule extends to Pr, partial Co and N interstitials once this batch confirms it.</a:t>
            </a:r>
            <a:endParaRPr lang="en-US" sz="83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of the hypothesis: the Nd cost is systematic (20-35 meV/atom for the larger ion), so only the densest Fe hosts stay on the hull; Sm is nearly free. Whether coupling and Ms carry over is what the 20 queued runs decide.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Nd / Sm BATCH - 20 RUNS QUEUED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host carries a reason from the data, a stability check, and a prediction to be tested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188720"/>
                <a:gridCol w="640080"/>
                <a:gridCol w="1417320"/>
                <a:gridCol w="1600200"/>
                <a:gridCol w="8686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(Gd parent)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J_eff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→ Nd / Sm (T)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E_hull Nd / Sm (meV/at)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T* Sm (K)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in the batch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Fe₅GdSi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 / 1.56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Ms of any stable new host; Si outside the RE shell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Al₂Fe₁₀Gd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 / 1.51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Fe framework, Al variant; tests the metalloid-shell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Fe₅GdV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 / 1.44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+2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lever built in (Duc); 1:12-like chemistry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Fe₁₀GdY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/ 1.47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+3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Fe, Y dilutes RE cost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CoFe₆GdY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1.59 / 1.37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 / −5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coupling at Ms &gt; 1.5 T; partial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Co₂Fe₁₂GdY₃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 / 1.33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anisotropy-locking host; on the hull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CoFe₁₃GdY₃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 / 1.31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Fe/Y family, 12-fold RE coordination at 2.97 Å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Fe₁₄GdY₃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 / 1.29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−1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Co-free control for the two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Fe₉GdLuZr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/ 1.27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1:9 family representative with Zr stabiliser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Co₉Fe₅Gd₄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 / 1.23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−16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RE-rich control: high Nd moment count, lowest Tc expected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run returns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ISIF=3 relaxation per compound with f-in-core Nd_3 / Sm_3 (no 4f to flip, no +U): relaxed volume, Fe/Co moments → Ms, and h → predicted gap, T*, B_RT. Prediction on record before the run: h from each Gd parent's pair.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621792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ceiling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0 K PBE without SOC and run ≈ 0.3 T high against experiment (Nd₂Fe₁₇Nₓ: 2.04 projected vs ~1.5 T). None of the 20 beats NdFe₁₂N (1.66 T, Tc 823 K) or Sm(Fe,Co)₁₂ (1.78 T). Their value is as new, hull-stable Fe-rich hosts with coupling strong enough to carry RE anisotropy - the ingredient the 2 T target has lacked.</a:t>
            </a:r>
            <a:endParaRPr lang="en-US" sz="8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HYPOTHESES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prior studies plus 180 labels let us state - each falsifiable with runs already queued or cheap to add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63624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63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50876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RE-TM gap of any host is predictable from a 4f-free calculation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7830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measured in the f-in-core Nd/Sm run equals h extracted from the Gd pair of the same host, and 1574·h reproduces the Gd gap within 20 %. Falsified if the 20 queued runs scatter off the line.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35915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505456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5054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4505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anisotropy needs T* above Tc, and T* is a host property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249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with gap &lt; ~150 meV per Gd (H-loaded, metalloid-shell, open cages) lose RE anisotropy below Tc regardless of RE choice. Testable on the suspects batch and by SOC runs on two low-gap vs two high-gap hosts.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30098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447288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7B4F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4472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9242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Co in Fe/Y hosts buys coupling at almost no Ms cost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6667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Fe+Co hosts have 50 % higher J_eff; at ≤ 15 % Co the Fe moment barely drops. Prediction: CoFe₆NdY and Co₂Fe₁₂NdY₃ show higher h than Fe₁₄NdY₃ at similar Ms. Direct comparison inside the batch.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334256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lever is light RE + early TM + N interstitial on a dense new host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60857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RE, partial Co and N are each supported by the data; early TM is a stability lever whose coupling effect is unresolved. None has been combined on a hull-stable new prototype. Fe₅(Nd,Sm)(Si,V) Immm with N on the largest void is the first test - MACE hull, then one run.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330952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3E7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309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27608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choice is a coupling decision, not just a volume decision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5504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and C expand the lattice and keep the gap; H in the RE shell collapses it. Hypothesis: the interstitial's site relative to the RE, not its size, decides. Test: H vs N on the same 2-17 cell, same site.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hypothesis names its own disproof. H1 and H3 are decided by the batch now in the queue.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GD DATASET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Campbell's rule to predict the rest of the series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19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Gd calculation gives you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6654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from the fm/ferri pair is the RE-TM exchange energy itself. Because the sign is fixed by the 4f-5d-3d chain and only the 4f spin magnitude changes down the series, one Gd pair predicts all six heavy rare earths.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9923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strength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1638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J(RE–TM)   ∝   (g_J − 1) J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5295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contribution  —  de Gennes factor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941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 =  (g_J − 1)² J(J + 1)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40416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15.75 · Tb 10.5 · Dy 7.08 · Ho 4.5 · Er 2.55 · Tm 1.17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3342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moment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44988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M_net  =  M_TM  −  n_RE × g_J·J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488289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 sublattice moment carries over unchanged; only the RE terms rescale — so both Tc and net moment are predictable for Tb–Tm without new calculations.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1517904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08192" y="1682496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1636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uncompensated moment, not by FM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1901952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Gd result, evaluate M_TM − n_RE·g_J·J across the series. High Fe:RE ratios (2-17, 1-12) leave a large residual; RT₄X compensates to ≈ 0. This reprioritises the whole candidate list at zero DFT cost.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52160" y="2587752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108192" y="2752344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0819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706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where the 5d-3d chain breaks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71800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antiparallel sign is mediated by RE 5d. Screen for phases where that channel weakens: semiconducting or semimetallic X, long RE-Fe distances, RE coordinated only by anions, dilute RE. These are the only plausible FM exceptions.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52160" y="3657600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108192" y="38221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08192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56832" y="3776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induced 5d moment as a free diagnostic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56832" y="4041648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Gd run already reports the RE 5d moment. Where its sign or magnitude deviates from the usual antiparallel pattern, the mechanism is weakening — a cheap flag for which compounds deserve explicit Tb–Tm treatment.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52160" y="4727448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6108192" y="48920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0819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4846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 the outliers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656832" y="5111496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4f Tb–Tm with occupation-matrix control is expensive and fragile. Reserve it for de Gennes outliers and predicted FM exceptions, then add Tᴄ via exchange constants for survivors.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CAMPBELL'S RULE, APPLIED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results reach the target with which rare earth, against magnets on the market</a:t>
            </a:r>
            <a:endParaRPr lang="en-US" sz="3200" dirty="0"/>
          </a:p>
        </p:txBody>
      </p:sp>
      <p:pic>
        <p:nvPicPr>
          <p:cNvPr id="4" name="Image 0" descr="/Users/g5q/Documents/GitHub/gnome-fe-hree-magnets/assets/campbell_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58952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371600"/>
            <a:ext cx="3063240" cy="475488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59368" y="1508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59368" y="17830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host, ranked by its Nd projection. The Fe/Co sublattice moment is the computed one; each marker swaps the RE: Gd as computed (ferri), heavy Tb/Dy antiparallel, light Nd/Sm parallel. Dotted lines: measured Ms of commercial and benchmark magnets.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659368" y="3200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never works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8659368" y="33924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Tb/Dy pull every host below 1 T; most go negative (RE-dominated).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8659368" y="3858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recovers 1.4-2.0 T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8659368" y="40507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 2-14-1 and 2-17-N hosts top out at 2.0 T projected ≈ 1.6-1.7 T real; Nd₂Fe₁₄B and NdFe₁₂N are exactly that.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8659368" y="45171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hosts land at 1.7-1.9 T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8659368" y="47091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CoFe₁₃NdY₃, Co₇Fe₁₆Nd₆, Fe₅NdSi, Fe₁₁NdW - the first two are RE-rich, the last two are the queued batch.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8659368" y="51755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costs 0.2-0.4 T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8659368" y="5367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carries the strongest anisotropy and sits on the hull more often.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996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within this chemistry the rare earth sets Ms far more than the host does; the host's job is coupling strength and stability, which is why the batch was chosen on those two and not on Ms alone.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COUPLING QUESTION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Gd must be replaced to make a magnet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the campaign leaves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is a 4f⁷ S-state ion: L = 0, spherical charge cloud, no single-ion anisotropy by construction. That is exactly why it is a clean surrogate for exchange — and exactly why it can never be the final composition.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 =  √( K₁ / μ₀Ms² )  ≥  1</a:t>
            </a:r>
            <a:endParaRPr lang="en-US" sz="1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476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μ₀Ms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1.54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8646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Ms demands MORE anisotropy, not less — which is why a 2 T target forces a non-spherical 4f ion. (κ = 1.54 is Nd₂Fe₁₄B.)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481328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1" name="Shape 8"/>
          <p:cNvSpPr/>
          <p:nvPr/>
        </p:nvSpPr>
        <p:spPr>
          <a:xfrm>
            <a:off x="6245352" y="166420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4535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93992" y="1618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93992" y="1883664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per Gd from the campaign sets the exchange field; Stevens α_J and ⟨r²⟩ are tabulated. Only A₂⁰, the crystal-field parameter at the RE site, must be computed separately.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651760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6" name="Shape 13"/>
          <p:cNvSpPr/>
          <p:nvPr/>
        </p:nvSpPr>
        <p:spPr>
          <a:xfrm>
            <a:off x="6245352" y="283464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4535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27889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3054096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K₁(x,T) from the 2nd-order crystal field with the Callen–Callen l = 2 law (K₁ ∝ m_RE³); Ms(x) from the TM sublattice and the RE moments, signed by the coupling.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89320" y="3822192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45352" y="400507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4535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793992" y="3959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793992" y="4224528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x clearing κ ≥ 1 at operating temperature. Example: A₂⁰ = +300 K/a₀², 450 K → Tb at x = 0.77 gives K₁ = 5.7 MJ/m³, μ₀Ms = 2.67 T, κ = 1.0.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89320" y="4992624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6" name="Shape 23"/>
          <p:cNvSpPr/>
          <p:nvPr/>
        </p:nvSpPr>
        <p:spPr>
          <a:xfrm>
            <a:off x="6245352" y="517550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45352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93992" y="5129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Gd for Tc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793992" y="5394960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has the largest de Gennes factor of the series (15.75 vs Tb 10.5, Dy 7.08), so it contributes most to Tc. Target the MINIMUM x that clears the bar.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the solver enforces: only ONE Stevens sign family is easy-axis for a given A₂⁰ (Tb/Dy/Ho have α_J &lt; 0, Er/Tm α_J &gt; 0 — mixing them cancels), and K₁ &lt; 0 is easy-plane, which is not a magnet at any magnitude.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LOOP ON ONE PAGE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flowchart: data in cylinders and parallelograms, decisions in diamonds, the HPC step in 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3716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554480"/>
            <a:ext cx="1417320" cy="960120"/>
          </a:xfrm>
          <a:prstGeom prst="flowChartMagneticDisk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31720" y="155448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store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· MP · OQMD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generated cells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886200" y="1600200"/>
            <a:ext cx="1600200" cy="868680"/>
          </a:xfrm>
          <a:prstGeom prst="flowChartProcess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77640" y="160020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Nd/Sm · Co · early TM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N/C interstitials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0" y="1600200"/>
            <a:ext cx="141732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06440" y="16002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 cell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60920" y="1371600"/>
            <a:ext cx="1828800" cy="1325880"/>
          </a:xfrm>
          <a:prstGeom prst="flowChartDecision">
            <a:avLst/>
          </a:prstGeom>
          <a:solidFill>
            <a:srgbClr val="FCEDE8"/>
          </a:solidFill>
          <a:ln w="9525">
            <a:solidFill>
              <a:srgbClr val="8A3B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52360" y="13716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≤ 30 meV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Ms ≥ 1.5 T 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555480" y="1600200"/>
            <a:ext cx="13716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B4B2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46920" y="16002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(training only)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65760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3232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89720" y="2034540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9144000" y="1645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275320" y="2697480"/>
            <a:ext cx="0" cy="5486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8321040" y="2788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60920" y="3246120"/>
            <a:ext cx="1828800" cy="868680"/>
          </a:xfrm>
          <a:prstGeom prst="flowChartInputOutput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32461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row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geometry descriptors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 one-hot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324612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9496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on 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mean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Matern residual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324612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3756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sampling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wave of 120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(constraints + cap)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" y="3246120"/>
            <a:ext cx="2331720" cy="868680"/>
          </a:xfrm>
          <a:prstGeom prst="flowChartProcess">
            <a:avLst/>
          </a:prstGeom>
          <a:solidFill>
            <a:srgbClr val="F5C4B3"/>
          </a:solidFill>
          <a:ln w="9525">
            <a:solidFill>
              <a:srgbClr val="D85A3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2461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VASP on Perlmutter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f-in-core relaxations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packed 4 h job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 flipH="1">
            <a:off x="70866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50292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29718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801368" y="4114800"/>
            <a:ext cx="0" cy="7772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40080" y="4892040"/>
            <a:ext cx="2331720" cy="868680"/>
          </a:xfrm>
          <a:prstGeom prst="flowChartInputOutput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8920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run: h, Fe/Co moments,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→ gap_RE, T*, Ms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46120" y="489204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337560" y="4892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· H1 check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re-fit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303520" y="4663440"/>
            <a:ext cx="1828800" cy="1325880"/>
          </a:xfrm>
          <a:prstGeom prst="flowChartDecision">
            <a:avLst/>
          </a:prstGeom>
          <a:solidFill>
            <a:srgbClr val="FCEDE8"/>
          </a:solidFill>
          <a:ln w="9525">
            <a:solidFill>
              <a:srgbClr val="8A3B2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94960" y="46634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moved?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left?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60920" y="4892040"/>
            <a:ext cx="18288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52360" y="48920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→ candidate list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anisotropy → Tc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synthesis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71800" y="532638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029200" y="532638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132320" y="532638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7040880" y="49377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V="1">
            <a:off x="6217920" y="4114800"/>
            <a:ext cx="0" cy="5486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headEnd type="none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26364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44074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new labels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 flipV="1">
            <a:off x="2926080" y="2560320"/>
            <a:ext cx="0" cy="2331720"/>
          </a:xfrm>
          <a:prstGeom prst="line">
            <a:avLst/>
          </a:prstGeom>
          <a:noFill/>
          <a:ln w="15240">
            <a:solidFill>
              <a:srgbClr val="3C3489"/>
            </a:solidFill>
            <a:prstDash val="dash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3017520" y="2697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expand: winners × levers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cells into the store</a:t>
            </a:r>
            <a:endParaRPr lang="en-US" sz="850" dirty="0"/>
          </a:p>
        </p:txBody>
      </p:sp>
      <p:pic>
        <p:nvPicPr>
          <p:cNvPr id="53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2606040"/>
            <a:ext cx="2423160" cy="1682496"/>
          </a:xfrm>
          <a:prstGeom prst="rect">
            <a:avLst/>
          </a:prstGeom>
        </p:spPr>
      </p:pic>
      <p:sp>
        <p:nvSpPr>
          <p:cNvPr id="54" name="Text 51"/>
          <p:cNvSpPr txBox="1"/>
          <p:nvPr/>
        </p:nvSpPr>
        <p:spPr>
          <a:xfrm>
            <a:off x="9098280" y="4297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GP label: gap = 1574·h on 180 Gd pairs, r = 0.89 - one f-in-core run per label</a:t>
            </a:r>
            <a:endParaRPr lang="en-US" sz="800" dirty="0"/>
          </a:p>
        </p:txBody>
      </p:sp>
      <p:pic>
        <p:nvPicPr>
          <p:cNvPr id="55" name="Image 1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4709160"/>
            <a:ext cx="2423160" cy="1600200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9098280" y="6309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hull decision: MACE vs MP competitors, Ms vs stability for the light-RE hosts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GENERATION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sources feed one pool; every structure gets the same relaxation, hull and descriptors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structures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· MP · Alexandria · OQMD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formulas with a CIF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+147 recovered this week (MP by id)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in pool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hosts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credible Gd hosts (all, not only strong)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+189 compounds without a credible label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(f-in-core has no +U: they converge)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656 in pool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96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decoration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CaCu₅-RT₄X, ThMn₁₂, Th₂Zn₁₇, Nd₂Fe₁₄B,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LaCo₉Si₄ × 19-element X palette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Gd cells → Nd and Sm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in pool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8696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428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Kagome RT₆X₆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428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HfFe₆Ge₆-type P6/mmm; Fe₆, Co₆, Fe₅Co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Sn, Ge, Si, Ga, Al; + channel vacancy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(none passes Ms ≥ 1.5 T: Fe density 3.2)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in pool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N /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RE-adjacent void of every Fe-rich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(2b in 1:12, 9e in 2:17, GNoME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channels); dilute + full occupation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cells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64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Mixed-RE fractional 1:12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4564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2-f.u. supercells: (Nd,Pr,Sm)₂Fe₂₁V₃N₀₋₂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RFe₁₀.₅V₁.₅N₀₋₁, the real magnet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class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cells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264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96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 expansion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1996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wave: top-25 labelled winners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RE swap, Co ⅛ and ¼, early TM on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 site, N - the data-backed levers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≥ 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696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 w="6350">
            <a:solidFill>
              <a:srgbClr val="1B2A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428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today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9428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1,220 unique structures relaxed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 a same-model hull energy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pass hull ≤ 30 meV and Ms ≥ 1.5 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Thompson sampling draws the wave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≠ stable: database candidates arrive with a hull distance, generated ones do not - which is why every source goes through the MACE hull before the GP ever sees it (next slide).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 from building the pool: the generators that add feasible candidates are the Fe-dense ones (2:17, 1:12, 3:29 frameworks, their nitrides and Co variants); kagome and metalloid-rich cages are stable but cannot reach 1.5 T. Generation is cheap, so breadth costs nothing - the thresholds do the selecting.</a:t>
            </a:r>
            <a:endParaRPr lang="en-US" sz="9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POOL ROW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 rules, then two surrogate screens, then descriptors - no DFT until the wave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cell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83664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heavy-RE placeholder (Gd)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light-RE cell from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1554480"/>
            <a:ext cx="237744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44952" y="160934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rules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044952" y="1883664"/>
            <a:ext cx="2231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→ Nd, Sm (Pr in expansion)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→ Co, ⅛ nearest the 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on the far Fe site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/ C into RE-adjacent voids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0" y="155448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2432" y="160934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42432" y="188366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(reduced formula,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group)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hull kept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818120" y="155448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91272" y="160934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relax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91272" y="188366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+ positions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fmax 0.1 eV/Å, ≤120 steps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s per cell on CPU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966960" y="1554480"/>
            <a:ext cx="15544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40112" y="160934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Same-model hull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40112" y="1883664"/>
            <a:ext cx="1408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competitors ≤100 meV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re-relaxed with MACE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E_hull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5176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4924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9808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4692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966960" y="3291840"/>
            <a:ext cx="15544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40112" y="334670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Descriptors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040112" y="3621024"/>
            <a:ext cx="1408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geometry numbers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 one-hot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(wave_features.py)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18120" y="329184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91272" y="334670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Ms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891272" y="362102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TM moments (campaign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medians) + free-ion 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relaxed volume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0" y="329184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42432" y="334670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pool.csv row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742432" y="362102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 · formula · source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· Ms · descriptors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POSCAR_mace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971800" y="3291840"/>
            <a:ext cx="2377440" cy="1325880"/>
          </a:xfrm>
          <a:prstGeom prst="roundRect">
            <a:avLst>
              <a:gd name="adj" fmla="val 4138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334670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filters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3621024"/>
            <a:ext cx="2231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≤ 30 meV/atom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(MACE noise ≈ 30)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Ms_proj ≥ 1.5 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329184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" y="3346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GP + sampling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3621024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set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(94 of 1,220 today)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slide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744200" y="2880360"/>
            <a:ext cx="0" cy="41148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964692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749808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534924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>
            <a:off x="265176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0080" y="4846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 descriptors (all pre-DFT):  N_TM_nn, d_RE-TM (mean, min)  ·  f_Fe, f_Co, 3d count, TM per RE, dilution  ·  TM density, volume per atom  ·  early-TM fraction  ·  metalloid / H / N / C atoms in the RE shell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surrogates: MACE answers 'does this cell exist' (stability, geometry) at 30 s per structure; the GP answers 'is it worth a VASP run' (coupling) from the geometry MACE produced. Neither replaces the DFT label - they decide which 120 of the 1,220 get one.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GP, WHAT IT FITS, HOW IT PICKS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Two-stage model on the 5d polarisation h; batch Thompson sampling under the magnet constraints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Training rows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credible Gd pairs: label h = −½[m₅d(ferri) + m₅d(fm)]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every ingested f-in-core wave run: h read directly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= 15 descriptors + RE one-hot, standardised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227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Mean function (ridge)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6227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argmin ‖h − Xw‖² + α‖w‖²,  α =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 the 180 labels already fixed: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coordination, Co fraction,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GP on the residual r = h − Xw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σ²·Matern₅⁄₂(ℓ₁…ℓ₁₉) + σₙ²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maximise the log marginal likelihood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p(r|X) = −½ rᵀK⁻¹r − ½ log|K| − (n/2) log 2π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posterior mean μ(x), std σ(x)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216712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72400" y="216712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Stage two (deterministic)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gap_RE = 1574 · h · (gJ−1)J_RE / 3.5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 = gap_RE / 2k_B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from the pool row (analytic)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fitted parameter beyond 1574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6227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Validation before use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CV on the 179 Gd labels: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0.88, RMSE 0.018 μB (label sd 0.038)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91 % of held-out labels inside ±2σ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check on every wave: measured h vs predicted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131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Batch Thompson sampling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1131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pick: one joint posterior draw h̃ over the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if gap̃_RE ≥ 100 meV, Ms ≥ 1.5 T, E_hull ≤ 30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U = Ms · min(1, gap̃ / 100, 11.5); take argmax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wave is full; family cap by (SG, TM:RE)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82980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33172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08076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Loss, precisely: the ridge minimises squared error on h; the GP hyperparameters maximise the marginal likelihood of the residuals (not a point loss, so σ is calibrated); nothing is fitted to the acquisition. Posterior uncertainty is what makes the batch diverse - no κ to tune.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the GP has 179 points in 19 dimensions, so it extrapolates with wide σ outside the campaign chemistry - which is exactly where Thompson sampling then spends runs. The 1574·h calibration is Gd-derived; H1 tests whether it transfers to f-in-core Nd/Sm, and the RE one-hot lets the model learn a bias if it does not.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AND GENERATIONS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packed Perlmutter job per 48 h; each wave is drawn from the pool the previous one taught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· global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7 sources (1,220)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under the thresholds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120 f-in-core relaxations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nodes · 4 h · ~29 h queue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3317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→ h, Ms, V per run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 rows)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measured vs predicted 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re-fit, 10-fold CV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976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708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· local + global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708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remainder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expand(top-25 winners)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prototypes added by hand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again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264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 of (gap_RE, Ms, E_hull)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it moved?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181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284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loop; pool grows by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neighbourhoods of each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wave's winners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469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7840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57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572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count → 0, 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unchanged 2 waves, 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fails (r &lt; 0.5): retrain 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rows only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429000"/>
            <a:ext cx="5212080" cy="1463040"/>
          </a:xfrm>
          <a:prstGeom prst="roundRect">
            <a:avLst>
              <a:gd name="adj" fmla="val 375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'expand' generates from a winner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375818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swap  Nd ↔ Sm ↔ Pr on the same cell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 ⅛ and ¼ of Fe, the sites nearest the RE first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 one Ti / V / Zr / Nb on the Fe site farthest from the 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 into the largest RE-adjacent void (dilute and full)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variant → MACE relax → same-model hull → descriptors → pool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429000"/>
            <a:ext cx="5212080" cy="1463040"/>
          </a:xfrm>
          <a:prstGeom prst="roundRect">
            <a:avLst>
              <a:gd name="adj" fmla="val 3750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8251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wave returns, per cell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382512" y="375818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relaxed volume and pressure (did N / Nd fit?)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sublattice moments → Ms with the free-ion RE added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RE s+p+d polarisation → gap_RE, T*, B_RT via 1574·h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flags; everything appended as a training row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fm/ferri pair, no +U: one run is one label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0749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Cadence: plan (minutes) → push → submit → queue 1-2 d → run 3 h → ingest (minutes). Scripts: wave_pool.py · wave_gp.py · wave_inputs.py · submit_batch.sh · sync_results.sh · wave_ingest.py, driven by wave_loop.sh; DEPLOY_NERSC.md puts the whole loop on a Perlmutter login node with scrontab.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57607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wave answers a question, not just adds points: wave 1 - do the Gd-derived rules transfer to Nd/Sm (H1)? wave 2 - do the levers compose on the winners (H4)? later waves - where does the Pareto front of coupling, Ms and stability stop moving?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process for where to look, causal model for which lever, generative model for what to propose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data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Gd pairs → gap, h, moments, geometry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+ 20 light-RE runs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MACE hull for every cell</a:t>
            </a:r>
            <a:endParaRPr lang="en-US" sz="86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07792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3E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physics descriptors (h, Fe density,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d_RE-TM, Z_RT, Co fraction, interstitial)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gap, Ms, E_hull with uncertainty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F2B1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5232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layer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285232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causal model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→ S₅d → gap; interventions,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correlations, rank the levers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443216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52944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proposal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552944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/ MatterGen conditioned 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Fe, short RE-TM, early TM;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 hull as the first filter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710928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C64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20656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cell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relaxation gives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Ms, h → gap, T*; results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re-train every layer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10725912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55064" y="3840480"/>
            <a:ext cx="9070848" cy="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55064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468880" y="38770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is a designed experiment: it must move the GP posterior or test a causal edge, not just add points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557784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3891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causal model the data support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6868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distance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6868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mix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site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88920" y="512064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F2B1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788920" y="51206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S₅d on the 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gap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T*, anisotropy lock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 density + RE)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286000" y="5065776"/>
            <a:ext cx="502920" cy="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286000" y="5705856"/>
            <a:ext cx="502920" cy="-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206240" y="5285232"/>
            <a:ext cx="365760" cy="-201168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286000" y="5760720"/>
            <a:ext cx="2286000" cy="0"/>
          </a:xfrm>
          <a:prstGeom prst="line">
            <a:avLst/>
          </a:prstGeom>
          <a:noFill/>
          <a:ln w="17780">
            <a:solidFill>
              <a:srgbClr val="C6D2E4"/>
            </a:solidFill>
            <a:prstDash val="dash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22960" y="6035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mediator: every host lever acts through S₅d (r = 0.89); Ms is set separately by Fe density and the RE. Interventions on the left are what a generative model may propose; the dashed edge is the Co trade-off.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640080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6539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56539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points, smooth physics descriptors, batch size fixed by one packed job. Mean function = 1574·h so the GP learns residuals; q-EI with a diversity penalty picks each batch. Each label is now ONE f-in-core run, so a round is 150-200 compounds per 25-node job.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900684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7143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+ causal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17143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is exhausted above ≈ 1.75 T. A diffusion model conditioned on the causal parents - dense Fe, RE-TM &lt; 3.0 Å, 12-fold coordination, partial Co, no H in the RE shell - proposes frameworks; MACE hull filters; the causal graph tells it which knobs are real and which are confounded.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63276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campaign's product is not a compound; it is a calibrated instrument for RE-TM exchange and the first dataset a learning loop can be trained 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Fe-HREE Magnet Screening</dc:title>
  <dc:subject>PptxGenJS Presentation</dc:subject>
  <dc:creator>MAGNITO computational screening</dc:creator>
  <cp:lastModifiedBy>MAGNITO computational screening</cp:lastModifiedBy>
  <cp:revision>1</cp:revision>
  <dcterms:created xsi:type="dcterms:W3CDTF">2026-10-11T01:48:05Z</dcterms:created>
  <dcterms:modified xsi:type="dcterms:W3CDTF">2026-10-11T01:48:05Z</dcterms:modified>
</cp:coreProperties>
</file>