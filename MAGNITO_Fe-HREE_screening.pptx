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Four Mn₂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queued (job 59632311)</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Mn-Mn AFM, Mn ∥ Gd and Mn ∥ Co each relaxed and released - closes the mechanism-2 question on the record</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6 kept as labels</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1,220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94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draws the wave</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diffusion / MatterGen conditioned on</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dense Fe, short RE-TM, early TM;</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MACE hull as the first filter</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514600" cy="1920240"/>
          </a:xfrm>
          <a:prstGeom prst="roundRect">
            <a:avLst>
              <a:gd name="adj" fmla="val 2857"/>
            </a:avLst>
          </a:prstGeom>
          <a:solidFill>
            <a:srgbClr val="1B2A4A"/>
          </a:solidFill>
          <a:ln/>
        </p:spPr>
      </p:sp>
      <p:sp>
        <p:nvSpPr>
          <p:cNvPr id="45" name="Text 43"/>
          <p:cNvSpPr txBox="1"/>
          <p:nvPr/>
        </p:nvSpPr>
        <p:spPr>
          <a:xfrm>
            <a:off x="656539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Gaussian process</a:t>
            </a:r>
            <a:endParaRPr lang="en-US" sz="1150" dirty="0"/>
          </a:p>
        </p:txBody>
      </p:sp>
      <p:sp>
        <p:nvSpPr>
          <p:cNvPr id="46" name="Text 44"/>
          <p:cNvSpPr txBox="1"/>
          <p:nvPr/>
        </p:nvSpPr>
        <p:spPr>
          <a:xfrm>
            <a:off x="656539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180 points, smooth physics descriptors, batch size fixed by one packed job. Mean function = 1574·h so the GP learns residuals; q-EI with a diversity penalty picks each batch. Each label is now ONE f-in-core run, so a round is 150-200 compounds per 25-node job.</a:t>
            </a:r>
            <a:endParaRPr lang="en-US" sz="840" dirty="0"/>
          </a:p>
        </p:txBody>
      </p:sp>
      <p:sp>
        <p:nvSpPr>
          <p:cNvPr id="47" name="Shape 45"/>
          <p:cNvSpPr/>
          <p:nvPr/>
        </p:nvSpPr>
        <p:spPr>
          <a:xfrm>
            <a:off x="9006840" y="4297680"/>
            <a:ext cx="2514600" cy="1920240"/>
          </a:xfrm>
          <a:prstGeom prst="roundRect">
            <a:avLst>
              <a:gd name="adj" fmla="val 2857"/>
            </a:avLst>
          </a:prstGeom>
          <a:solidFill>
            <a:srgbClr val="1B2A4A"/>
          </a:solidFill>
          <a:ln/>
        </p:spPr>
      </p:sp>
      <p:sp>
        <p:nvSpPr>
          <p:cNvPr id="48" name="Text 46"/>
          <p:cNvSpPr txBox="1"/>
          <p:nvPr/>
        </p:nvSpPr>
        <p:spPr>
          <a:xfrm>
            <a:off x="917143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Generative + causal</a:t>
            </a:r>
            <a:endParaRPr lang="en-US" sz="1150" dirty="0"/>
          </a:p>
        </p:txBody>
      </p:sp>
      <p:sp>
        <p:nvSpPr>
          <p:cNvPr id="49" name="Text 47"/>
          <p:cNvSpPr txBox="1"/>
          <p:nvPr/>
        </p:nvSpPr>
        <p:spPr>
          <a:xfrm>
            <a:off x="917143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pool is exhausted above ≈ 1.75 T. A diffusion model conditioned on the causal parents - dense Fe, RE-TM &lt; 3.0 Å, 12-fold coordination, partial Co, no H in the RE shell - proposes frameworks; MACE hull filters; the causal graph tells it which knobs are real and which are confounded.</a:t>
            </a:r>
            <a:endParaRPr lang="en-US" sz="84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2026-10-11T02:33:52Z</dcterms:created>
  <dcterms:modified xsi:type="dcterms:W3CDTF">2026-10-11T02:33:52Z</dcterms:modified>
</cp:coreProperties>
</file>